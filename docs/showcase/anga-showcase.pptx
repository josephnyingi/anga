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75C2">
              <a:alpha val="20000"/>
            </a:srgbClr>
          </a:solidFill>
          <a:ln w="12700">
            <a:solidFill>
              <a:srgbClr val="0175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175C2">
              <a:alpha val="25000"/>
            </a:srgbClr>
          </a:solidFill>
          <a:ln w="12700">
            <a:solidFill>
              <a:srgbClr val="0175C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3657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🌤️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spc="1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ANGA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BEAFE"/>
                </a:solidFill>
              </a:rPr>
              <a:t>AI-Powered Weather &amp; Farming Intelligence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0" y="3383280"/>
            <a:ext cx="4572000" cy="502920"/>
          </a:xfrm>
          <a:prstGeom prst="rect">
            <a:avLst>
              <a:gd name="adj" fmla="val 18182"/>
            </a:avLst>
          </a:prstGeom>
          <a:solidFill>
            <a:srgbClr val="0175C2">
              <a:alpha val="7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383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Empowering farmers with intelligent weather insights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Machakos, Kenya  ·  Vhembe, South Africa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21031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5A623"/>
                </a:solidFill>
              </a:rPr>
              <a:t>30–40%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74320" y="3063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of crops lost annually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due to weather-related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farming decisions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457200"/>
            <a:ext cx="4480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685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⛅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57800" y="594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No Reliable Forecasts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57800" y="9601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Farmers rely on guesswork or outdated radio forecasts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4480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📵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257800" y="2057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Limited Connectivity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24231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Remote areas have little to no internet access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3383280"/>
            <a:ext cx="4480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2628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🌾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257800" y="3520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Reactive Farming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3886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Decisions made after damage, not before it happens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75C2"/>
          </a:solidFill>
          <a:ln w="12700">
            <a:solidFill>
              <a:srgbClr val="0175C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</a:rPr>
              <a:t>WHAT IS ANGA?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0175C2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64008" cy="1645920"/>
          </a:xfrm>
          <a:prstGeom prst="rect">
            <a:avLst/>
          </a:prstGeom>
          <a:solidFill>
            <a:srgbClr val="0175C2"/>
          </a:solidFill>
          <a:ln w="12700">
            <a:solidFill>
              <a:srgbClr val="0175C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🌡️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Real-Time Weather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4592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Live temperature &amp; rainfall data from Open-Meteo API — updated hourly for Machakos &amp; Vhembe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206240" cy="1645920"/>
          </a:xfrm>
          <a:prstGeom prst="rect">
            <a:avLst/>
          </a:prstGeom>
          <a:solidFill>
            <a:srgbClr val="DCFCE7"/>
          </a:solidFill>
          <a:ln w="12700">
            <a:solidFill>
              <a:srgbClr val="2C7A4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64008" cy="164592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57784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AI Farming Assistant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64592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Ask anything — crop advice, irrigation timing, pest control — powered by Groq LLM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06240" cy="1645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2809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64008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14300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NVIDIA Earth-2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47472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World's first fully open AI weather models via Hugging Face — higher accuracy long-range forecasts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4206240" cy="1645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A623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26080"/>
            <a:ext cx="64008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📟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577840" y="3063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USSD Access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347472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No smartphone needed — farmers get forecasts on any basic phone via USSD menu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500" kern="0" dirty="0">
                <a:solidFill>
                  <a:srgbClr val="FFFFFF"/>
                </a:solidFill>
              </a:rPr>
              <a:t>HOW IT WORKS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194560" cy="3200400"/>
          </a:xfrm>
          <a:prstGeom prst="rect">
            <a:avLst/>
          </a:prstGeom>
          <a:solidFill>
            <a:srgbClr val="0175C2">
              <a:alpha val="15000"/>
            </a:srgbClr>
          </a:solidFill>
          <a:ln w="12700">
            <a:solidFill>
              <a:srgbClr val="0175C2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194560" cy="457200"/>
          </a:xfrm>
          <a:prstGeom prst="rect">
            <a:avLst/>
          </a:prstGeom>
          <a:solidFill>
            <a:srgbClr val="0175C2"/>
          </a:solidFill>
          <a:ln w="12700">
            <a:solidFill>
              <a:srgbClr val="0175C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USERS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  💻  📟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2468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Mobile · Web · USSD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914400"/>
            <a:ext cx="2194560" cy="3200400"/>
          </a:xfrm>
          <a:prstGeom prst="rect">
            <a:avLst/>
          </a:prstGeom>
          <a:solidFill>
            <a:srgbClr val="2C7A4B">
              <a:alpha val="15000"/>
            </a:srgbClr>
          </a:solidFill>
          <a:ln w="12700">
            <a:solidFill>
              <a:srgbClr val="2C7A4B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914400"/>
            <a:ext cx="2194560" cy="45720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914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BACKEND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554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 FastAPI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2468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· SQLite · Docker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914400"/>
            <a:ext cx="2194560" cy="3200400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914400"/>
            <a:ext cx="21945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914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INTELLIGENCE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1554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 🌍 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2468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Groq · Earth-2 · Open-Meteo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2514600"/>
            <a:ext cx="868680" cy="0"/>
          </a:xfrm>
          <a:prstGeom prst="line">
            <a:avLst/>
          </a:prstGeom>
          <a:noFill/>
          <a:ln w="254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377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2514600"/>
            <a:ext cx="868680" cy="0"/>
          </a:xfrm>
          <a:prstGeom prst="line">
            <a:avLst/>
          </a:prstGeom>
          <a:noFill/>
          <a:ln w="254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3774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80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GitHub  →  Render (backend)  →  Netlify (web)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🌍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828800" y="3200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NVIDIA Earth-2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9144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</a:rPr>
              <a:t>World's First Fully Open AI Weather Model Family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65836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Open source on Hugging Face — free to use, no GPU required on your 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8229600" cy="65836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32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45059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FourCastNet: global 0.25° atmospheric forecasting at AI speed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8229600" cy="65836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369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3255264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CorrDiff: downscaling for high-res regional precision (Machakos, Vhembe)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8229600" cy="65836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041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4059936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Integrated into ANGA's /predict/ endpoint alongside Open-Meteo &amp; Prophet ML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75C2"/>
          </a:solidFill>
          <a:ln w="12700">
            <a:solidFill>
              <a:srgbClr val="0175C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</a:rPr>
              <a:t>📱  TRY ANGA NOW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0" y="1005840"/>
            <a:ext cx="402336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175C2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188720"/>
            <a:ext cx="283464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0" y="4114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Scan with your phone camera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8600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75C2"/>
                </a:solidFill>
              </a:rPr>
              <a:t>anga-weather.netlify.app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2880" y="22860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✅  Works on any phone — no install needed
</a:t>
            </a:r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✅  Tap Add to Home Screen for native experience
</a:t>
            </a:r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✅  AI assistant included — ask about your crops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</a:rPr>
              <a:t>IMPACT &amp; REACH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54864"/>
          </a:xfrm>
          <a:prstGeom prst="rect">
            <a:avLst/>
          </a:prstGeom>
          <a:solidFill>
            <a:srgbClr val="0175C2"/>
          </a:solidFill>
          <a:ln w="12700">
            <a:solidFill>
              <a:srgbClr val="0175C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175C2"/>
                </a:solidFill>
              </a:rPr>
              <a:t>2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Target Regions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Machakos · Vhembe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2651760" cy="54864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4300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C7A4B"/>
                </a:solidFill>
              </a:rPr>
              <a:t>3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Platforms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3957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Mobile · Web · USSD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05840"/>
            <a:ext cx="26517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4300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A623"/>
                </a:solidFill>
              </a:rPr>
              <a:t>5+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21792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AI Models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3957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Groq, Earth-2, Prophet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8412480" cy="1554480"/>
          </a:xfrm>
          <a:prstGeom prst="rect">
            <a:avLst/>
          </a:prstGeom>
          <a:solidFill>
            <a:srgbClr val="DCFCE7"/>
          </a:solidFill>
          <a:ln w="12700">
            <a:solidFill>
              <a:srgbClr val="2C7A4B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🌱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371600" y="32918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Our Vision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70332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Expand ANGA to every farming region in Sub-Saharan Africa — giving smallholder farmers the same quality weather intelligence that large agri-businesses have access to, but on any device, even without internet.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175C2">
              <a:alpha val="12000"/>
            </a:srgbClr>
          </a:solidFill>
          <a:ln w="12700">
            <a:solidFill>
              <a:srgbClr val="0175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2C7A4B">
              <a:alpha val="12000"/>
            </a:srgbClr>
          </a:solidFill>
          <a:ln w="12700">
            <a:solidFill>
              <a:srgbClr val="2C7A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</a:rPr>
              <a:t>🌤️  ANGA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BEAFE"/>
                </a:solidFill>
              </a:rPr>
              <a:t>Let's build the future of farming together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23360" cy="731520"/>
          </a:xfrm>
          <a:prstGeom prst="rect">
            <a:avLst/>
          </a:prstGeom>
          <a:solidFill>
            <a:srgbClr val="0175C2">
              <a:alpha val="15000"/>
            </a:srgbClr>
          </a:solidFill>
          <a:ln w="12700">
            <a:solidFill>
              <a:srgbClr val="0175C2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Live Web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3042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anga-weather.netlify.app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0" cy="73152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Live 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2186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anga-weather-api.onrender.com/docs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4023360" cy="731520"/>
          </a:xfrm>
          <a:prstGeom prst="rect">
            <a:avLst/>
          </a:prstGeom>
          <a:solidFill>
            <a:srgbClr val="2C7A4B">
              <a:alpha val="15000"/>
            </a:srgbClr>
          </a:solidFill>
          <a:ln w="12700">
            <a:solidFill>
              <a:srgbClr val="2C7A4B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💻  Source Code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3042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github.com/Josephnyingi/Anga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4023360" cy="731520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📧  Contact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2186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joseph@dtsolutions.io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Made with ❤️ for African farmers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ANGA — AI-Powered Weather &amp; Farming Intelligence</dc:title>
  <dc:subject>PptxGenJS Presentation</dc:subject>
  <dc:creator>ANGA Development Team</dc:creator>
  <cp:lastModifiedBy>ANGA Development Team</cp:lastModifiedBy>
  <cp:revision>1</cp:revision>
  <dcterms:created xsi:type="dcterms:W3CDTF">2026-03-30T23:08:16Z</dcterms:created>
  <dcterms:modified xsi:type="dcterms:W3CDTF">2026-03-30T23:08:16Z</dcterms:modified>
</cp:coreProperties>
</file>